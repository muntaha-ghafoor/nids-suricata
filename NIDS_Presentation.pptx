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 8.0.5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on VMware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3108960"/>
            <a:ext cx="25603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—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3566160"/>
            <a:ext cx="25603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4023360"/>
            <a:ext cx="25603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4480560"/>
            <a:ext cx="25603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— Detected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— Suricata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108960" y="914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System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0896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Task 4  |  Muntaha Ghafoor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19202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Real Network Alerts Detected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Suricata IDS on Kali Linux VMware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 + Python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3891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github.com/Muntaha-Ghafoor/NIDS-Suricata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8.0.5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Engine — monitors eth0 live traffic in real-time. Processes every packet against 8 custom rules and logs alerts to eve.json and fast.log.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40233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platform running on VMware Workstation. Network interface eth0 assigned IP 192.168.137.128/24 used as the IDS sensor.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233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7.99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simulate real-world attacks — SYN port scans, aggressive scans, targeted port scans on 21/22/23/4444.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40233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Matplotlib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dashboard.py script parses eve.json and generates 4 charts: alert types, top IPs, protocols, severity.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 Suricata Detection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804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0" y="804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2161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Detection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0" y="1234440"/>
            <a:ext cx="914400" cy="21945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2344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8412480" cy="4206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16916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SYN Port Scan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691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709928"/>
            <a:ext cx="914400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099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093976"/>
            <a:ext cx="841248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67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21671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167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2185416"/>
            <a:ext cx="914400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1854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569464"/>
            <a:ext cx="8412480" cy="4206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42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26426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Connection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642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2660904"/>
            <a:ext cx="914400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6609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044952"/>
            <a:ext cx="841248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18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463040" y="31181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Connection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118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3136392"/>
            <a:ext cx="914400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136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8412480" cy="4206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593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63040" y="35935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Flood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3593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9520" y="3611880"/>
            <a:ext cx="914400" cy="21945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6118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995928"/>
            <a:ext cx="841248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069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63040" y="40690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ICMP Packet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0" y="4069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89520" y="4087368"/>
            <a:ext cx="914400" cy="21945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40873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4471416"/>
            <a:ext cx="8412480" cy="4206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463040" y="45445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Port 4444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89520" y="4562856"/>
            <a:ext cx="914400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5628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Results — 59 Detections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920240" cy="1280160"/>
          </a:xfrm>
          <a:prstGeom prst="rect">
            <a:avLst/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777240"/>
            <a:ext cx="1920240" cy="1280160"/>
          </a:xfrm>
          <a:prstGeom prst="rect">
            <a:avLst/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1460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1920240" cy="1280160"/>
          </a:xfrm>
          <a:prstGeom prst="rect">
            <a:avLst/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6344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777240"/>
            <a:ext cx="1920240" cy="128016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822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1228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6858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60904"/>
            <a:ext cx="5811864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00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SYN Port Scan Detected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6700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(85%) 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6858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18104"/>
            <a:ext cx="697424" cy="2560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272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Detected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31272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(10%)  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6858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75304"/>
            <a:ext cx="116237" cy="25603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844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Connection Attempt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3584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(2%)  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6858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32504"/>
            <a:ext cx="116237" cy="2560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416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Connection Attempt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041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(2%) 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489704"/>
            <a:ext cx="6858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489704"/>
            <a:ext cx="116237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988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Metasploit Connection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4988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(2%) 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Mechanisms &amp; Best Practices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77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8778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attacker IP: iptables -A INPUT -s ATTACKER_IP -j DROP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8961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636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5636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fail2ban, restrict SSH to key-only auth, change default 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5819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(4444)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2494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host immediately. Kill process on port 4444. Investigate.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22677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35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FTP/Telnet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9352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legacy protocols. Use SFTP instead of FTP, SSH instead of Telnet.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9535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661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21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6210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iptables -A INPUT -p icmp -m limit --limit 1/s -j ACCEPT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6393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06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43068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Suricata 24/7. Review fast.log daily. Alert SOC team.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432511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886968"/>
            <a:ext cx="3566160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886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8.0.5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8412480" cy="438912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07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399032"/>
            <a:ext cx="3566160" cy="27432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99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on VMware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Monitored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911096"/>
            <a:ext cx="3566160" cy="27432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11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 — 192.168.137.128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40864"/>
            <a:ext cx="8412480" cy="438912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04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 written from scratch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84124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16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935224"/>
            <a:ext cx="356616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935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real detections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8412480" cy="438912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447288"/>
            <a:ext cx="356616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Scan/ICMP/FTP/Telnet/Metasploit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877056"/>
            <a:ext cx="84124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410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959352"/>
            <a:ext cx="356616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959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Python Matplotlib charts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438912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53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4471416"/>
            <a:ext cx="356616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471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— Task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Muntaha Ghafoor  |  CodeAlpha Internship  |  github.com/Muntaha-Ghafoor  |  linkedin.com/in/muntaha-ghafoor-2b87a9386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2026-06-13T13:30:05Z</dcterms:created>
  <dcterms:modified xsi:type="dcterms:W3CDTF">2026-06-13T13:30:05Z</dcterms:modified>
</cp:coreProperties>
</file>